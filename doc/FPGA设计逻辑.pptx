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2"/>
    <p:sldId id="412" r:id="rId3"/>
    <p:sldId id="410" r:id="rId4"/>
    <p:sldId id="41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33" y="10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latin typeface="微软雅黑" panose="020B0503020204020204" pitchFamily="34" charset="-122"/>
              </a:rPr>
              <a:t>FPGA</a:t>
            </a:r>
            <a:r>
              <a:rPr lang="zh-CN" altLang="en-US">
                <a:latin typeface="微软雅黑" panose="020B0503020204020204" pitchFamily="34" charset="-122"/>
              </a:rPr>
              <a:t>设计逻辑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单击输入您的封面副标题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5440" y="1657985"/>
            <a:ext cx="6182995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90995" y="1657985"/>
            <a:ext cx="52628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50MHz  </a:t>
            </a:r>
            <a:r>
              <a:rPr lang="zh-CN" altLang="en-US"/>
              <a:t>为大部分</a:t>
            </a:r>
            <a:r>
              <a:rPr lang="en-US" altLang="zh-CN"/>
              <a:t>IP</a:t>
            </a:r>
            <a:r>
              <a:rPr lang="zh-CN" altLang="en-US"/>
              <a:t>核的信号时钟</a:t>
            </a:r>
            <a:endParaRPr lang="en-US" altLang="zh-CN"/>
          </a:p>
          <a:p>
            <a:r>
              <a:rPr lang="en-US" altLang="zh-CN"/>
              <a:t>150MHz </a:t>
            </a:r>
            <a:r>
              <a:rPr lang="zh-CN" altLang="en-US"/>
              <a:t>为信号跳变沿采样时钟</a:t>
            </a:r>
          </a:p>
          <a:p>
            <a:r>
              <a:rPr lang="en-US" altLang="zh-CN"/>
              <a:t>60MHz </a:t>
            </a:r>
            <a:r>
              <a:rPr lang="zh-CN" altLang="en-US"/>
              <a:t>为</a:t>
            </a:r>
            <a:r>
              <a:rPr lang="en-US" altLang="zh-CN"/>
              <a:t>DMA</a:t>
            </a:r>
            <a:r>
              <a:rPr lang="zh-CN" altLang="en-US"/>
              <a:t>时钟</a:t>
            </a:r>
            <a:r>
              <a:rPr lang="en-US" altLang="zh-CN"/>
              <a:t> </a:t>
            </a:r>
            <a:r>
              <a:rPr lang="zh-CN" altLang="en-US"/>
              <a:t>（因为</a:t>
            </a:r>
            <a:r>
              <a:rPr lang="en-US" altLang="zh-CN"/>
              <a:t>DAC</a:t>
            </a:r>
            <a:r>
              <a:rPr lang="zh-CN" altLang="en-US"/>
              <a:t>时钟也为</a:t>
            </a:r>
            <a:r>
              <a:rPr lang="en-US" altLang="zh-CN"/>
              <a:t>50MHz</a:t>
            </a:r>
            <a:r>
              <a:rPr lang="zh-CN" altLang="en-US"/>
              <a:t>，</a:t>
            </a:r>
          </a:p>
          <a:p>
            <a:r>
              <a:rPr lang="zh-CN" altLang="en-US"/>
              <a:t>防止缓冲区被写空）</a:t>
            </a:r>
          </a:p>
          <a:p>
            <a:r>
              <a:rPr lang="en-US" altLang="zh-CN"/>
              <a:t>30MHz </a:t>
            </a:r>
            <a:r>
              <a:rPr lang="zh-CN" altLang="en-US"/>
              <a:t>为光栅尺时钟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16-1</a:t>
            </a:r>
            <a:r>
              <a:t>多路选择器（</a:t>
            </a:r>
            <a:r>
              <a:rPr lang="en-US" altLang="zh-CN"/>
              <a:t>Trig Source</a:t>
            </a:r>
            <a:r>
              <a:t>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608330" y="1645285"/>
          <a:ext cx="3674110" cy="454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TrigSelect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TrigSource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Soft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AllSyn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EXT0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EXT1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TTL0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TTL1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TTL2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TTL3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TTL4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TTL5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AX-DA</a:t>
            </a:r>
            <a:r>
              <a:t>模块模式说明（</a:t>
            </a:r>
            <a:r>
              <a:rPr lang="en-US" altLang="zh-CN"/>
              <a:t>mode</a:t>
            </a:r>
            <a:r>
              <a:t>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608330" y="1859915"/>
          <a:ext cx="4815840" cy="423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mode 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DA_IN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DA_Min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DA_Max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双边三角波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单边三角波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阶梯波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方波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BRAM 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DMA 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495,&quot;width&quot;:9737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2e3b1fb-a79c-4c18-bac3-432472f47e8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beb9672-8ff4-4646-866d-86a523abebce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2505</TotalTime>
  <Words>119</Words>
  <Application>Microsoft Office PowerPoint</Application>
  <PresentationFormat>宽屏</PresentationFormat>
  <Paragraphs>53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微软雅黑</vt:lpstr>
      <vt:lpstr>Arial</vt:lpstr>
      <vt:lpstr>Wingdings</vt:lpstr>
      <vt:lpstr>Office 主题​​</vt:lpstr>
      <vt:lpstr>FPGA设计逻辑</vt:lpstr>
      <vt:lpstr>PowerPoint 演示文稿</vt:lpstr>
      <vt:lpstr>16-1多路选择器（Trig Source）</vt:lpstr>
      <vt:lpstr>AX-DA模块模式说明（mode）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HR Yang</dc:creator>
  <cp:lastModifiedBy>HR Yang</cp:lastModifiedBy>
  <cp:revision>159</cp:revision>
  <dcterms:created xsi:type="dcterms:W3CDTF">2019-06-19T02:08:00Z</dcterms:created>
  <dcterms:modified xsi:type="dcterms:W3CDTF">2024-10-08T02:25:37Z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2052-11.1.0.10577</vt:lpwstr>
  </property>
  <property fmtid="{D5CDD505-2E9C-101B-9397-08002B2CF9AE}" pid="3" name="ICV">
    <vt:lpwstr>D035D53F17E34473AC6E7D088473A64A</vt:lpwstr>
  </property>
</Properties>
</file>